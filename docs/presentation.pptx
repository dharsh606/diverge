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2926080" cy="3008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6240" y="12801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000" b="1">
                <a:solidFill>
                  <a:srgbClr val="784BFF"/>
                </a:solidFill>
              </a:defRPr>
            </a:pPr>
            <a:r>
              <a:t>DIVERGE</a:t>
            </a:r>
          </a:p>
          <a:p>
            <a:pPr>
              <a:spcAft>
                <a:spcPts val="1400"/>
              </a:spcAft>
              <a:defRPr sz="1800" b="1">
                <a:solidFill>
                  <a:srgbClr val="FF5C58"/>
                </a:solidFill>
              </a:defRPr>
            </a:pPr>
            <a:r>
              <a:t>Take the uncommon route.</a:t>
            </a:r>
          </a:p>
          <a:p>
            <a:pPr>
              <a:spcAft>
                <a:spcPts val="1800"/>
              </a:spcAft>
              <a:defRPr sz="1700">
                <a:solidFill>
                  <a:srgbClr val="F7F6FB"/>
                </a:solidFill>
              </a:defRPr>
            </a:pPr>
            <a:r>
              <a:t>A High-Performance Music Streaming Platform Using Go &amp; SvelteKit</a:t>
            </a:r>
          </a:p>
          <a:p>
            <a:pPr>
              <a:spcAft>
                <a:spcPts val="600"/>
              </a:spcAft>
              <a:defRPr sz="1400" b="1">
                <a:solidFill>
                  <a:srgbClr val="784BFF"/>
                </a:solidFill>
              </a:defRPr>
            </a:pPr>
            <a:r>
              <a:t>Author / Intern: Dharshan V | Software Developer</a:t>
            </a:r>
          </a:p>
          <a:p>
            <a:pPr>
              <a:spcAft>
                <a:spcPts val="400"/>
              </a:spcAft>
              <a:defRPr sz="1200">
                <a:solidFill>
                  <a:srgbClr val="9D96B2"/>
                </a:solidFill>
              </a:defRPr>
            </a:pPr>
            <a:r>
              <a:t>Program: Tech Vedhu Internship Project Submission</a:t>
            </a:r>
          </a:p>
          <a:p>
            <a:pPr>
              <a:spcAft>
                <a:spcPts val="400"/>
              </a:spcAft>
              <a:defRPr sz="1200">
                <a:solidFill>
                  <a:srgbClr val="9D96B2"/>
                </a:solidFill>
              </a:defRPr>
            </a:pPr>
            <a:r>
              <a:t>Primary Track: Full-Stack Web Development (Go, SvelteKit, PostgreSQL)</a:t>
            </a:r>
          </a:p>
          <a:p>
            <a:pPr>
              <a:defRPr sz="1100">
                <a:solidFill>
                  <a:srgbClr val="9D96B2"/>
                </a:solidFill>
              </a:defRPr>
            </a:pPr>
            <a:r>
              <a:t>Initiated: October 10, 2026 | Capstone Milestone | Submission: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784B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Engineered with Go (Fiber) backend and SvelteKit frontend for high throughput.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Deterministic Discovery: Powered by exact musicology attributes (BPM, Key, Energy, Valence).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Full Song Audio Engine: Jamendo CDN &amp; local storage delivering complete 3-6 min songs.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Strict atmospheric visual rules: No purple gradients, no pill buttons, no fake reviews.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5C58"/>
                </a:solidFill>
              </a:defRPr>
            </a:pPr>
            <a:r>
              <a:t>Engineering Highlights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Sub-10ms API response times with Go Fiber zero-allocation routing.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HTTP 206 Partial Content Range streaming enables instant timeline scrubbing.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110 full-length songs seeded across 4 quadrants with deterministic Track DNA glyphs.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IndexedDB + Service Worker offline storage for persistent offline playback.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Synchronized multi-user Diverge Sessions with live room code sharing.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5C58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784B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7F6FB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7F6FB"/>
                </a:solidFill>
              </a:rPr>
              <a:t>Browse 110 full-length tracks, persistent player, HTTP Range requests, volume control, and shuffle/repeat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7F6FB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7F6FB"/>
                </a:solidFill>
              </a:rPr>
              <a:t>Cache audio streams in browser IndexedDB with a dedicated Service Worker for zero-network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4. Signature Features: </a:t>
            </a:r>
            <a:r>
              <a:rPr b="0" sz="1300">
                <a:solidFill>
                  <a:srgbClr val="F7F6FB"/>
                </a:solidFill>
              </a:rPr>
              <a:t>Diverge Sessions (sync rooms), Track DNA (SVG glyphs), Anti-Algorithm, Trace (tree), Context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7F6FB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784B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Service Worker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7F6FB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5C58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Session Sync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784B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Full Audio CDN Pool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784B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5C58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7F6FB"/>
                </a:solidFill>
              </a:defRPr>
            </a:pPr>
            <a:r>
              <a:t>Database: PostgreSQL 16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High-Performance Streaming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Delivers complete, uninterrupted master audio recordings across the entire catalog.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Asynchronous playback singleton in player.ts streams full studio master tracks.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HTTP 206 Partial Content byte-range seeking enables instant timeline scrubbing.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Sub-second catalog query resolution (&lt; 800ms) with in-memory LRU caching.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Efficient buffer management with zero client memory leaks or stalls.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Universal Player &amp; Media Integration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Universal playback singleton coordinates uninterrupted audio across all route transitions.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OS MediaSession API: Full lockscreen metadata, timeline scrubber, and keyboard media keys.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Queue Drawer: Live playback queue with track reordering, jump, and clear actions.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Connect to Device: Target switcher (Browser 24-bit FLAC, Studio Cast, DLNA).</a:t>
            </a:r>
          </a:p>
          <a:p>
            <a:pPr>
              <a:spcAft>
                <a:spcPts val="600"/>
              </a:spcAft>
              <a:defRPr sz="1100">
                <a:solidFill>
                  <a:srgbClr val="F7F6FB"/>
                </a:solidFill>
              </a:defRPr>
            </a:pPr>
            <a:r>
              <a:t>• Miniplayer &amp; Fullscreen: Floating PiP with spinning vinyl and 24-bar spectrum visualizer.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Feature Showcase: Universal Search &amp; Liked Songs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1. Universal Instant Music Search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Instant multi-track results for any track, movie soundtrack, artist, or album query.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Sub-second catalog query resolution with instant results grid rendering.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Curated genre vibe shortcuts (Bollywood, Tamil, Telugu, Punjabi, Synthwave, Lo-Fi).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Direct one-click playback from top header dropdown or search results grid.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2. Liked Songs &amp; Personal Library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Instant one-click heart toggling in bottom player bar and on song cards.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Persistent local storage ensures saved favorites remain intact across reloads.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Dedicated Liked Songs destination in sidebar and Library view with track counter.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One-click 'Play Liked Songs' action compiles and streams full favorite queue.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784B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5C58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7F6FB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784B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UI/UX Engineering: Cinematic Onboarding &amp; Luxury Auth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1. Cinematic 3.5s Logo Intro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Acoustic Harmonic Rings: Concentric wave pulses expand from center, simulating speaker frequency displacement.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3D Floating Emblem: Official DIVERGE 3D logo mark rises with smooth spring physics and iridescent aura glow.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Typographic Stagger: 'DIVERGE' wordmark tracks out with gradient text clipping; tagline reveals with warm amber/coral accent.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Precision Frequency Scrubber: 3.5s progress timeline with live equalizer audio bars and instant skip capability.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2. Luxury Spotlight &amp; Border Beam Auth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React Bits Spotlight Card: Real-time cursor coordinates track across card, projecting a dynamic radial light beam.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Magic UI Border Beam: Rotating conic gradient travels continuously along 1px rounded border without lagging.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Fluid Segmented Switcher: Tactile sliding pill transitions smoothly between Sign In and Create Account.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Live Strength &amp; Equalizer: Real-time 4-stage password strength visualizer and audio equalizer loader (||||) on submit.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Guest Bypass &amp; Replay: Frictionless 'Explore as Guest' access and home page 'Intro Animation' replay pill.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Verification Pass Rate &amp; Platform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TC-03: Catalog Seed (110 full-length tracks)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TC-06: Real Audio Range Seek &amp; Stream Redirect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TC-07: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TC-08: Trace Journey Tree Construction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TC-09: IndexedDB Offline Blob Cache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TC-10: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Future Platform Expansion Roadmap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Cross-Platform Mobile Apps (iOS &amp; Android): </a:t>
            </a:r>
            <a:r>
              <a:rPr b="0">
                <a:solidFill>
                  <a:srgbClr val="F7F6FB"/>
                </a:solidFill>
              </a:rPr>
              <a:t>Native builds using Capacitor / Flutter bringing offline sync, lock-screen controls, and listening rooms to smartphones.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Native Windows Desktop Executable (.exe): </a:t>
            </a:r>
            <a:r>
              <a:rPr b="0">
                <a:solidFill>
                  <a:srgbClr val="F7F6FB"/>
                </a:solidFill>
              </a:rPr>
              <a:t>Packaged desktop client with low-latency audio driver, global media hotkeys, and system tray minimization.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High-Availability Cloud Edge Delivery: </a:t>
            </a:r>
            <a:r>
              <a:rPr b="0">
                <a:solidFill>
                  <a:srgbClr val="F7F6FB"/>
                </a:solidFill>
              </a:rPr>
              <a:t>Multi-region edge distribution for zero-latency audio streaming with automated elastic database scaling.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WebAssembly DSP Audio Visualizer: </a:t>
            </a:r>
            <a:r>
              <a:rPr b="0">
                <a:solidFill>
                  <a:srgbClr val="F7F6FB"/>
                </a:solidFill>
              </a:rPr>
              <a:t>In-browser Fast Fourier Transform (FFT) for direct audio frequency spectrum analysis and reactive waveforms.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554480"/>
            <a:ext cx="31089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1887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400" b="1">
                <a:solidFill>
                  <a:srgbClr val="F7F6FB"/>
                </a:solidFill>
              </a:defRPr>
            </a:pPr>
            <a:r>
              <a:t>Thank You</a:t>
            </a:r>
          </a:p>
          <a:p>
            <a:pPr>
              <a:spcAft>
                <a:spcPts val="1400"/>
              </a:spcAft>
              <a:defRPr sz="1600" b="1">
                <a:solidFill>
                  <a:srgbClr val="FF5C58"/>
                </a:solidFill>
              </a:defRPr>
            </a:pPr>
            <a:r>
              <a:t>DIVERGE - Take the uncommon route.</a:t>
            </a:r>
          </a:p>
          <a:p>
            <a:pPr>
              <a:spcAft>
                <a:spcPts val="200"/>
              </a:spcAft>
              <a:defRPr sz="2000" b="1">
                <a:solidFill>
                  <a:srgbClr val="784BFF"/>
                </a:solidFill>
              </a:defRPr>
            </a:pPr>
            <a:r>
              <a:t>Dharshan V</a:t>
            </a:r>
          </a:p>
          <a:p>
            <a:pPr>
              <a:spcAft>
                <a:spcPts val="400"/>
              </a:spcAft>
              <a:defRPr sz="1200">
                <a:solidFill>
                  <a:srgbClr val="F7F6FB"/>
                </a:solidFill>
              </a:defRPr>
            </a:pPr>
            <a:r>
              <a:t>Software Developer | Full-Stack Web Development Track</a:t>
            </a:r>
          </a:p>
          <a:p>
            <a:pPr>
              <a:spcAft>
                <a:spcPts val="1600"/>
              </a:spcAft>
              <a:defRPr sz="1200">
                <a:solidFill>
                  <a:srgbClr val="9D96B2"/>
                </a:solidFill>
              </a:defRPr>
            </a:pPr>
            <a:r>
              <a:t>Tech Vedhu Internship Project Submission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Live Web App: </a:t>
            </a:r>
            <a:r>
              <a:rPr b="0">
                <a:solidFill>
                  <a:srgbClr val="F7F6FB"/>
                </a:solidFill>
              </a:rPr>
              <a:t>https://diverge-music.vercel.app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Phone: </a:t>
            </a:r>
            <a:r>
              <a:rPr b="0">
                <a:solidFill>
                  <a:srgbClr val="F7F6FB"/>
                </a:solidFill>
              </a:rPr>
              <a:t>+91 6382546285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Email: </a:t>
            </a:r>
            <a:r>
              <a:rPr b="0">
                <a:solidFill>
                  <a:srgbClr val="F7F6FB"/>
                </a:solidFill>
              </a:rPr>
              <a:t>dharshan.vreddy2819@gmail.com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Portfolio: </a:t>
            </a:r>
            <a:r>
              <a:rPr b="0">
                <a:solidFill>
                  <a:srgbClr val="F7F6FB"/>
                </a:solidFill>
              </a:rPr>
              <a:t>https://dharshanvportfolio.netlify.app/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GitHub: </a:t>
            </a:r>
            <a:r>
              <a:rPr b="0">
                <a:solidFill>
                  <a:srgbClr val="F7F6FB"/>
                </a:solidFill>
              </a:rPr>
              <a:t>https://github.com/Dharsh606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Repository: </a:t>
            </a:r>
            <a:r>
              <a:rPr b="0">
                <a:solidFill>
                  <a:srgbClr val="F7F6FB"/>
                </a:solidFill>
              </a:rPr>
              <a:t>https://github.com/Dharsh606/DIVERGE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LinkedIn: </a:t>
            </a:r>
            <a:r>
              <a:rPr b="0">
                <a:solidFill>
                  <a:srgbClr val="F7F6FB"/>
                </a:solidFill>
              </a:rPr>
              <a:t>https://www.linkedin.com/in/dharshanvreddy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