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4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2000"/>
              </a:spcAft>
              <a:defRPr sz="2200">
                <a:solidFill>
                  <a:srgbClr val="F5F0E8"/>
                </a:solidFill>
              </a:defRPr>
            </a:pPr>
            <a:r>
              <a:t>A High-Performance Music Streaming Platform Using Go and Svelte</a:t>
            </a:r>
          </a:p>
          <a:p>
            <a:pPr>
              <a:defRPr sz="1400">
                <a:solidFill>
                  <a:srgbClr val="FF796C"/>
                </a:solidFill>
              </a:defRPr>
            </a:pPr>
            <a:r>
              <a:t>Take the uncommon route. — 45-Day Capstone Project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Engineered with Go (Fiber) backend and SvelteKit frontend.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Strict anti-vibe product visual rules: No purple gradients, no pill buttons, no fake reviews.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Key Deliverables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1: Complete Go backend + SvelteKit frontend source code.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2: Professional 16-chapter PDF technical project report.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3: 12-slide comprehensive presentation deck.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Full local deployment with PostgreSQL 16 and Creative Commons audio streaming.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songs, persistent player, HTTP Range requests, volume control, and shuffle/repeat modes.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permitted audio files in browser IndexedDB with a dedicated Service Worker.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Six Divergence Features: </a:t>
            </a:r>
            <a:r>
              <a:rPr b="0" sz="1300">
                <a:solidFill>
                  <a:srgbClr val="F5F0E8"/>
                </a:solidFill>
              </a:rPr>
              <a:t>Sound Canvas (2D map), Sessions (sync rooms), Track DNA (SVG glyphs), Anti-Algorithm, Trace (tree), Context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Jamendo / CC Audio CDN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16.9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without buffering entire 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Feature Showcase: Sound Canvas &amp; Anti-Algorithm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Sound Canvas (2D Spatial Map)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X-Axis represents Energy Score (0.0 Calm -&gt; 1.0 Intense).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Y-Axis represents Mood Valence (0.0 Melancholic -&gt; 1.0 Uplifting).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Interactive quadrants: Ambient Calm, Euphoric Kinetic, Moody Introspective, and Tense Raw.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One-click quadrant playback queues entire mood regions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The Anti-Algorithm Route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primary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Offline Architecture &amp; Verification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Offline Playback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IndexedDB database (`diverge_offline_db`) stores binary audio blobs.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Custom Service Worker (`sw.js`) intercepts app shell requests during offline mode.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blob URLs (`URL.createObjectURL`) feed directly into player audio element.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Storage quota estimation (`navigator.storage.estimate`) prevents quota overflow.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(18 multi-quadrant songs)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Sound Canvas Spatial Coordinates Query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Conclusion &amp; Project Submission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2000">
                <a:solidFill>
                  <a:srgbClr val="B19AFF"/>
                </a:solidFill>
              </a:defRPr>
            </a:pPr>
            <a:r>
              <a:t>Internship Deliverables Complete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1: Source Code Repository: </a:t>
            </a:r>
            <a:r>
              <a:rPr b="0">
                <a:solidFill>
                  <a:srgbClr val="F5F0E8"/>
                </a:solidFill>
              </a:rPr>
              <a:t>Complete Go backend (Fiber, GORM, JWT), complete SvelteKit frontend (TypeScript, custom CSS tokens), PostgreSQL schema, seeder CLI, and README.md.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2: Technical Project Report (PDF): </a:t>
            </a:r>
            <a:r>
              <a:rPr b="0">
                <a:solidFill>
                  <a:srgbClr val="F5F0E8"/>
                </a:solidFill>
              </a:rPr>
              <a:t>16-chapter comprehensive documentation adhering to university/internship guidelines at `j:/DIVERGE/docs/project-report.pdf`.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3: Presentation Deck (PPTX): </a:t>
            </a:r>
            <a:r>
              <a:rPr b="0">
                <a:solidFill>
                  <a:srgbClr val="F5F0E8"/>
                </a:solidFill>
              </a:rPr>
              <a:t>12-slide executive presentation covering architecture, features, and verification at `j:/DIVERGE/docs/presentation.pptx`.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Deployment &amp; Verification: </a:t>
            </a:r>
            <a:r>
              <a:rPr b="0">
                <a:solidFill>
                  <a:srgbClr val="F5F0E8"/>
                </a:solidFill>
              </a:rPr>
              <a:t>Full local execution verified with PostgreSQL 16 on port 5432, Go API on port 8080, and SvelteKit frontend on port 5173.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