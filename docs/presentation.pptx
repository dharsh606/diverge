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2926080" cy="3008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6240" y="12801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000" b="1">
                <a:solidFill>
                  <a:srgbClr val="B19AFF"/>
                </a:solidFill>
              </a:defRPr>
            </a:pPr>
            <a:r>
              <a:t>DIVERGE</a:t>
            </a:r>
          </a:p>
          <a:p>
            <a:pPr>
              <a:spcAft>
                <a:spcPts val="1400"/>
              </a:spcAft>
              <a:defRPr sz="1800" b="1">
                <a:solidFill>
                  <a:srgbClr val="FF796C"/>
                </a:solidFill>
              </a:defRPr>
            </a:pPr>
            <a:r>
              <a:t>Take the uncommon route.</a:t>
            </a:r>
          </a:p>
          <a:p>
            <a:pPr>
              <a:spcAft>
                <a:spcPts val="1800"/>
              </a:spcAft>
              <a:defRPr sz="1700">
                <a:solidFill>
                  <a:srgbClr val="F5F0E8"/>
                </a:solidFill>
              </a:defRPr>
            </a:pPr>
            <a:r>
              <a:t>A High-Performance Music Streaming Platform Using Go &amp; SvelteKit</a:t>
            </a:r>
          </a:p>
          <a:p>
            <a:pPr>
              <a:spcAft>
                <a:spcPts val="600"/>
              </a:spcAft>
              <a:defRPr sz="1400" b="1">
                <a:solidFill>
                  <a:srgbClr val="B19AFF"/>
                </a:solidFill>
              </a:defRPr>
            </a:pPr>
            <a:r>
              <a:t>Author / Intern: Dharshan V | Software Developer</a:t>
            </a:r>
          </a:p>
          <a:p>
            <a:pPr>
              <a:spcAft>
                <a:spcPts val="400"/>
              </a:spcAft>
              <a:defRPr sz="1200">
                <a:solidFill>
                  <a:srgbClr val="AAA4BB"/>
                </a:solidFill>
              </a:defRPr>
            </a:pPr>
            <a:r>
              <a:t>Program: Tech Vedhu Internship Project Submission</a:t>
            </a:r>
          </a:p>
          <a:p>
            <a:pPr>
              <a:spcAft>
                <a:spcPts val="400"/>
              </a:spcAft>
              <a:defRPr sz="1200">
                <a:solidFill>
                  <a:srgbClr val="AAA4BB"/>
                </a:solidFill>
              </a:defRPr>
            </a:pPr>
            <a:r>
              <a:t>Primary Track: Full-Stack Web Development (Go, SvelteKit, PostgreSQL)</a:t>
            </a:r>
          </a:p>
          <a:p>
            <a:pPr>
              <a:defRPr sz="1100">
                <a:solidFill>
                  <a:srgbClr val="AAA4BB"/>
                </a:solidFill>
              </a:defRPr>
            </a:pPr>
            <a:r>
              <a:t>Initiated: October 10, 2026 | Capstone Milestone | Submission: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B19A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Engineered with Go (Fiber) backend and SvelteKit frontend for high throughput.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Deterministic Discovery: Powered by exact musicology attributes (BPM, Key, Energy, Valence).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Full Song Audio Engine: Jamendo CDN &amp; local storage delivering complete 3-6 min songs.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Strict atmospheric visual rules: No purple gradients, no pill buttons, no fake reviews.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796C"/>
                </a:solidFill>
              </a:defRPr>
            </a:pPr>
            <a:r>
              <a:t>Engineering Highlights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Sub-10ms API response times with Go Fiber zero-allocation routing.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HTTP 206 Partial Content Range streaming enables instant timeline scrubbing.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110 full-length songs seeded across 4 quadrants with deterministic Track DNA glyphs.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IndexedDB + Service Worker offline storage for persistent offline playback.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Synchronized multi-user Diverge Sessions with live room code sharing.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796C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B19A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5F0E8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5F0E8"/>
                </a:solidFill>
              </a:rPr>
              <a:t>Browse 110 full-length tracks, persistent player, HTTP Range requests, volume control, and shuffle/repeat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5F0E8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5F0E8"/>
                </a:solidFill>
              </a:rPr>
              <a:t>Cache audio streams in browser IndexedDB with a dedicated Service Worker for zero-network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4. Signature Features: </a:t>
            </a:r>
            <a:r>
              <a:rPr b="0" sz="1300">
                <a:solidFill>
                  <a:srgbClr val="F5F0E8"/>
                </a:solidFill>
              </a:rPr>
              <a:t>Diverge Sessions (sync rooms), Track DNA (SVG glyphs), Anti-Algorithm, Trace (tree), Context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5F0E8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Service Worker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5F0E8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796C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Session Sync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Full Audio CDN Pool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B19A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796C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5F0E8"/>
                </a:solidFill>
              </a:defRPr>
            </a:pPr>
            <a:r>
              <a:t>Database: PostgreSQL 16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HTTP 206 Partial Content Protocol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Browser transmits Range header: Range: bytes=1048576-2097151.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backend parses byte boundaries and extracts requested chunk.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Server replies with HTTP 206 Partial Content and Content-Range: bytes 1048576-2097151/8388608.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Enables instantaneous timeline scrubbing across full 3-6 minute audio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Persistent Svelte Audio Store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Audio element lives in persistent player singleton outside route DOM.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Smooth navigation across /search, /canvas, /library without audio interruption.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Fisher-Yates shuffle algorithm guarantees uniformly random track order.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Three-state repeat mode: Repeat Off -&gt; Repeat All -&gt; Repeat One track.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Feature Showcase: Anti-Algorithm &amp;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1. The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Calculates user centroid: Mean BPM, energy, mood, and dominant genre.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Inverts listening profile to discover under-explored sonic spaces.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Serves curated divergence with explicit explanation rationale.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Provides a dedicated discovery toggle directly inside the search bar.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2. Real-Time Music Discovery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Debounced live catalog search across track titles, artists, and genres.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Direct streaming integration with authentic artist studio master audio.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Instant playback response with zero buffering lag or memory leaks.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Deterministic musicology analysis (BPM, musical key, energy scores).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796C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5F0E8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Verification Pass Rate &amp; Platform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TC-03: Catalog Seed (110 full-length tracks)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TC-06: Real Audio Range Seek &amp; Stream Redirect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TC-07: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TC-08: Trace Journey Tree Construction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TC-09: IndexedDB Offline Blob Cache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TC-10: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Future Platform Expansion Roadmap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Cross-Platform Mobile Apps (iOS &amp; Android): </a:t>
            </a:r>
            <a:r>
              <a:rPr b="0">
                <a:solidFill>
                  <a:srgbClr val="F5F0E8"/>
                </a:solidFill>
              </a:rPr>
              <a:t>Native builds using Capacitor / Flutter bringing offline sync, lock-screen controls, and listening rooms to smartphones.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Native Windows Desktop Executable (.exe): </a:t>
            </a:r>
            <a:r>
              <a:rPr b="0">
                <a:solidFill>
                  <a:srgbClr val="F5F0E8"/>
                </a:solidFill>
              </a:rPr>
              <a:t>Packaged desktop client with low-latency audio driver, global media hotkeys, and system tray minimization.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High-Availability Cloud Edge Delivery: </a:t>
            </a:r>
            <a:r>
              <a:rPr b="0">
                <a:solidFill>
                  <a:srgbClr val="F5F0E8"/>
                </a:solidFill>
              </a:rPr>
              <a:t>Multi-region edge distribution for zero-latency audio streaming with automated elastic database scaling.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WebAssembly DSP Audio Visualizer: </a:t>
            </a:r>
            <a:r>
              <a:rPr b="0">
                <a:solidFill>
                  <a:srgbClr val="F5F0E8"/>
                </a:solidFill>
              </a:rPr>
              <a:t>In-browser Fast Fourier Transform (FFT) for direct audio frequency spectrum analysis and reactive waveforms.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554480"/>
            <a:ext cx="31089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1887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400" b="1">
                <a:solidFill>
                  <a:srgbClr val="F5F0E8"/>
                </a:solidFill>
              </a:defRPr>
            </a:pPr>
            <a:r>
              <a:t>Thank You</a:t>
            </a:r>
          </a:p>
          <a:p>
            <a:pPr>
              <a:spcAft>
                <a:spcPts val="1400"/>
              </a:spcAft>
              <a:defRPr sz="1600" b="1">
                <a:solidFill>
                  <a:srgbClr val="FF796C"/>
                </a:solidFill>
              </a:defRPr>
            </a:pPr>
            <a:r>
              <a:t>DIVERGE - Take the uncommon route.</a:t>
            </a:r>
          </a:p>
          <a:p>
            <a:pPr>
              <a:spcAft>
                <a:spcPts val="200"/>
              </a:spcAft>
              <a:defRPr sz="2000" b="1">
                <a:solidFill>
                  <a:srgbClr val="B19AFF"/>
                </a:solidFill>
              </a:defRPr>
            </a:pPr>
            <a:r>
              <a:t>Dharshan V</a:t>
            </a:r>
          </a:p>
          <a:p>
            <a:pPr>
              <a:spcAft>
                <a:spcPts val="400"/>
              </a:spcAft>
              <a:defRPr sz="1200">
                <a:solidFill>
                  <a:srgbClr val="F5F0E8"/>
                </a:solidFill>
              </a:defRPr>
            </a:pPr>
            <a:r>
              <a:t>Software Developer | Full-Stack Web Development Track</a:t>
            </a:r>
          </a:p>
          <a:p>
            <a:pPr>
              <a:spcAft>
                <a:spcPts val="1600"/>
              </a:spcAft>
              <a:defRPr sz="1200">
                <a:solidFill>
                  <a:srgbClr val="AAA4BB"/>
                </a:solidFill>
              </a:defRPr>
            </a:pPr>
            <a:r>
              <a:t>Tech Vedhu Internship Project Submission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Live Web App: </a:t>
            </a:r>
            <a:r>
              <a:rPr b="0">
                <a:solidFill>
                  <a:srgbClr val="F5F0E8"/>
                </a:solidFill>
              </a:rPr>
              <a:t>https://diverge-music.vercel.app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Phone: </a:t>
            </a:r>
            <a:r>
              <a:rPr b="0">
                <a:solidFill>
                  <a:srgbClr val="F5F0E8"/>
                </a:solidFill>
              </a:rPr>
              <a:t>+91 6382546285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Email: </a:t>
            </a:r>
            <a:r>
              <a:rPr b="0">
                <a:solidFill>
                  <a:srgbClr val="F5F0E8"/>
                </a:solidFill>
              </a:rPr>
              <a:t>dharshan.vreddy2819@gmail.com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Portfolio: </a:t>
            </a:r>
            <a:r>
              <a:rPr b="0">
                <a:solidFill>
                  <a:srgbClr val="F5F0E8"/>
                </a:solidFill>
              </a:rPr>
              <a:t>https://dharshanvportfolio.netlify.app/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GitHub: </a:t>
            </a:r>
            <a:r>
              <a:rPr b="0">
                <a:solidFill>
                  <a:srgbClr val="F5F0E8"/>
                </a:solidFill>
              </a:rPr>
              <a:t>https://github.com/Dharsh606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Repository: </a:t>
            </a:r>
            <a:r>
              <a:rPr b="0">
                <a:solidFill>
                  <a:srgbClr val="F5F0E8"/>
                </a:solidFill>
              </a:rPr>
              <a:t>https://github.com/Dharsh606/DIVERGE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LinkedIn: </a:t>
            </a:r>
            <a:r>
              <a:rPr b="0">
                <a:solidFill>
                  <a:srgbClr val="F5F0E8"/>
                </a:solidFill>
              </a:rPr>
              <a:t>https://www.linkedin.com/in/dharshanvreddy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