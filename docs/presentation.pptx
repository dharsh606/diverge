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796C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5F0E8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B19A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AAA4BB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AAA4BB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5F0E8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5F0E8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across full 3-6 minute audio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audio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Anti-Algorithm &amp;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The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dominant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Real-Time Music Discovery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Debounced live catalog search across track titles, artists, and genres.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Direct streaming integration with authentic artist studio master audio.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Instant playback response with zero buffering lag or memory leaks.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Deterministic musicology analysis (BPM, musical key, energy scores).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B19A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F0E8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5F0E8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5F0E8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Cloud Edge Deployment: </a:t>
            </a:r>
            <a:r>
              <a:rPr b="0">
                <a:solidFill>
                  <a:srgbClr val="F5F0E8"/>
                </a:solidFill>
              </a:rPr>
              <a:t>Serverless edge frontend on Vercel, containerized Go API on Render/Fly.io, and serverless Postgres on Neon.</a:t>
            </a:r>
          </a:p>
          <a:p>
            <a:pPr>
              <a:spcAft>
                <a:spcPts val="600"/>
              </a:spcAft>
              <a:defRPr b="1" sz="1150">
                <a:solidFill>
                  <a:srgbClr val="FF796C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5F0E8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5F0E8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796C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B19A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5F0E8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AAA4BB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Live Web App: </a:t>
            </a:r>
            <a:r>
              <a:rPr b="0">
                <a:solidFill>
                  <a:srgbClr val="F5F0E8"/>
                </a:solidFill>
              </a:rPr>
              <a:t>https://diverge-music.vercel.app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Phone: </a:t>
            </a:r>
            <a:r>
              <a:rPr b="0">
                <a:solidFill>
                  <a:srgbClr val="F5F0E8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Email: </a:t>
            </a:r>
            <a:r>
              <a:rPr b="0">
                <a:solidFill>
                  <a:srgbClr val="F5F0E8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Portfolio: </a:t>
            </a:r>
            <a:r>
              <a:rPr b="0">
                <a:solidFill>
                  <a:srgbClr val="F5F0E8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GitHub: </a:t>
            </a:r>
            <a:r>
              <a:rPr b="0">
                <a:solidFill>
                  <a:srgbClr val="F5F0E8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Repository: </a:t>
            </a:r>
            <a:r>
              <a:rPr b="0">
                <a:solidFill>
                  <a:srgbClr val="F5F0E8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796C"/>
                </a:solidFill>
              </a:defRPr>
            </a:pPr>
            <a:r>
              <a:t>LinkedIn: </a:t>
            </a:r>
            <a:r>
              <a:rPr b="0">
                <a:solidFill>
                  <a:srgbClr val="F5F0E8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