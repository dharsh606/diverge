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796C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5F0E8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B19A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AAA4BB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Six Divergence Features: </a:t>
            </a:r>
            <a:r>
              <a:rPr b="0" sz="1300">
                <a:solidFill>
                  <a:srgbClr val="F5F0E8"/>
                </a:solidFill>
              </a:rPr>
              <a:t>Sound Canvas (2D map),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across full 3-6 minute audio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audio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Sound Canvas &amp; Anti-Algorithm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Sound Canvas (2D Spatial Map)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X-Axis represents Energy Score (0.0 Calm -&gt; 1.0 Intense).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Y-Axis represents Mood Valence (0.0 Melancholic -&gt; 1.0 Uplifting).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Interactive quadrants: Ambient Calm, Euphoric Kinetic, Moody Introspective, and Tense Raw.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One-click quadrant playback queues entire mood regions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The Anti-Algorithm Route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primary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Full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Sound Canvas Spatial Coordinates Query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5F0E8"/>
                </a:solidFill>
              </a:rPr>
              <a:t>Native builds using Capacitor / Flutter bringing Sound Canvas and offline sync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5F0E8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Cloud Edge Deployment: </a:t>
            </a:r>
            <a:r>
              <a:rPr b="0">
                <a:solidFill>
                  <a:srgbClr val="F5F0E8"/>
                </a:solidFill>
              </a:rPr>
              <a:t>Serverless edge frontend on Vercel, containerized Go API on Render/Fly.io, and serverless Postgres on Neon.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5F0E8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5F0E8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796C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B19A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5F0E8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AAA4BB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Phone: </a:t>
            </a:r>
            <a:r>
              <a:rPr b="0">
                <a:solidFill>
                  <a:srgbClr val="F5F0E8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Email: </a:t>
            </a:r>
            <a:r>
              <a:rPr b="0">
                <a:solidFill>
                  <a:srgbClr val="F5F0E8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Portfolio: </a:t>
            </a:r>
            <a:r>
              <a:rPr b="0">
                <a:solidFill>
                  <a:srgbClr val="F5F0E8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GitHub: </a:t>
            </a:r>
            <a:r>
              <a:rPr b="0">
                <a:solidFill>
                  <a:srgbClr val="F5F0E8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Repository: </a:t>
            </a:r>
            <a:r>
              <a:rPr b="0">
                <a:solidFill>
                  <a:srgbClr val="F5F0E8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LinkedIn: </a:t>
            </a:r>
            <a:r>
              <a:rPr b="0">
                <a:solidFill>
                  <a:srgbClr val="F5F0E8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